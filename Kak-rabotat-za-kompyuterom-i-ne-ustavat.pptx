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Arimo"/>
      <p:regular r:id="rId201314"/>
    </p:embeddedFont>
    <p:embeddedFont>
      <p:font typeface="Arim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9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909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6452" y="2679021"/>
            <a:ext cx="4651953" cy="1865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Как работать за компьютером и не уставать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86452" y="4754166"/>
            <a:ext cx="3682114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-15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Памятка для комфортной и продуктивной работы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687" y="476167"/>
            <a:ext cx="979363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Цель и задачи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20687" y="2052141"/>
            <a:ext cx="9793638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Сохранить здоровье, хорошее самочувствие и высокую работоспособность при ежедневной работе за компьютером.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20687" y="1320770"/>
            <a:ext cx="236968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457073" indent="-457073">
              <a:lnSpc>
                <a:spcPct val="110000"/>
              </a:lnSpc>
              <a:buSzPct val="100000"/>
              <a:buChar char="➢"/>
            </a:pPr>
            <a:r>
              <a:rPr lang="en-US" sz="2950" spc="-3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Цель 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520687" y="3321119"/>
            <a:ext cx="236968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457073" indent="-457073">
              <a:lnSpc>
                <a:spcPct val="110000"/>
              </a:lnSpc>
              <a:buSzPct val="100000"/>
              <a:buChar char="➢"/>
            </a:pPr>
            <a:r>
              <a:rPr lang="en-US" sz="2950" spc="-3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Задачи 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1079473" y="4046339"/>
            <a:ext cx="11486763" cy="2285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Грамотно организовать рабочее пространство.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Следить за осанкой и правильным положением рук.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Защитить зрение и снизить нагрузку на глаза.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Внедрить регулярные паузы и режим отдыха.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Выполнять простую физическую разминку в течение дня.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66" y="4110831"/>
            <a:ext cx="473063" cy="37058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66" y="4578648"/>
            <a:ext cx="473063" cy="37058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66" y="5046464"/>
            <a:ext cx="473063" cy="37058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66" y="5514280"/>
            <a:ext cx="473063" cy="37058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66" y="5981998"/>
            <a:ext cx="473063" cy="3705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687" y="476167"/>
            <a:ext cx="979363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Организация рабочего места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81" y="1524099"/>
            <a:ext cx="6147638" cy="46775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0054" y="1887041"/>
            <a:ext cx="3371666" cy="438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Монитор: верхняя граница экрана на уровне глаз, расстояние 50–70 см.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Стул: надежная поддержка поясницы, регулируемая высота.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Стол и ноги: стопы полностью стоят на полу или подставке, колени согнуты под углом 90°.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086" y="1272084"/>
            <a:ext cx="5217188" cy="52173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687" y="476167"/>
            <a:ext cx="979363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Осанка и положение рук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20687" y="1887141"/>
            <a:ext cx="4006651" cy="438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Спина: прямая, плечи расслаблены и опущены, без сутулости.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Руки и локти: угол сгибания в локтях около 90°, предплечья лежат на столе или подлокотниках.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Кисти и запястья: нейтральное прямое положение, без заломов и сильного упора в ребро стола.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20687" y="1293385"/>
            <a:ext cx="240649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5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 </a:t>
            </a:r>
            <a:endParaRPr lang="en-US" sz="2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687" y="476167"/>
            <a:ext cx="979363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Здоровье глаз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81" y="1524099"/>
            <a:ext cx="6147638" cy="46775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80054" y="1524099"/>
            <a:ext cx="3371666" cy="4022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Правило 20-20-20: каждые 20 минут — взгляд вдаль (6 метров) на 20 секунд.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Освещение: без бликов; комфортная яркость монитора под свет комнаты.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Моргание: чаще моргайте, чтобы предотвратить синдром сухого глаза.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5086" y="1272084"/>
            <a:ext cx="5217188" cy="52173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687" y="476167"/>
            <a:ext cx="979363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Режим работы и перерывы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20687" y="1887141"/>
            <a:ext cx="4006651" cy="438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Ритм пауз: делайте короткий перерыв на 5–10 минут каждые 45–60 минут непрерывной работы.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Смена позы: встаньте из-за стола, пройдитесь по комнате, сделайте легкую разминку.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Водный баланс: держите рядом стакан чистой воды и регулярно делайте несколько глотков.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20687" y="1293385"/>
            <a:ext cx="240649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5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 </a:t>
            </a:r>
            <a:endParaRPr lang="en-US" sz="2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309" y="476167"/>
            <a:ext cx="10825785" cy="621705"/>
          </a:xfrm>
          <a:prstGeom prst="rect">
            <a:avLst/>
          </a:prstGeom>
          <a:noFill/>
          <a:ln/>
        </p:spPr>
        <p:txBody>
          <a:bodyPr wrap="none" lIns="91438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Простая разминка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880054" y="1886942"/>
            <a:ext cx="337166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Шея: плавные наклоны головы в стороны и вперед-назад.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Плечи: круговые вращения плечами назад и сведение лопаток.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Кисти: вращение запястьями и легкая растяжка пальцев.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Спина: мягкие потягивания вверх и плавные скручивания корпуса.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81" y="1523901"/>
            <a:ext cx="6147539" cy="46775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0687" y="1293187"/>
            <a:ext cx="240659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5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 </a:t>
            </a:r>
            <a:endParaRPr lang="en-US" sz="2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588" y="476464"/>
            <a:ext cx="9851282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Заключение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20588" y="1391841"/>
            <a:ext cx="11156770" cy="292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Эргономика решает: правильная настройка кресла, стола и экрана снимает львиную долю ежедневного напряжения.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Регулярность важнее интенсивности: короткие паузы каждый час дают гораздо больше пользы, чем один долгий отдых в конце дня.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spc="-22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• Забота о себе — это привычка: комфортное рабочее место и простые упражнения сохраняют продуктивность и здоровье на долгие годы.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687" y="476167"/>
            <a:ext cx="9793638" cy="621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0" spc="-53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Берегите себя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20687" y="2052141"/>
            <a:ext cx="979363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spc="-31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Пауза: </a:t>
            </a:r>
            <a:pPr algn="l" indent="0" marL="0">
              <a:lnSpc>
                <a:spcPct val="120000"/>
              </a:lnSpc>
              <a:buNone/>
            </a:pPr>
            <a:r>
              <a:rPr lang="en-US" sz="2800" spc="-31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вставайте и двигайтесь каждые 45–60 минут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0687" y="3968651"/>
            <a:ext cx="979363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spc="-31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Взгляд: </a:t>
            </a:r>
            <a:pPr algn="l" indent="0" marL="0">
              <a:lnSpc>
                <a:spcPct val="120000"/>
              </a:lnSpc>
              <a:buNone/>
            </a:pPr>
            <a:r>
              <a:rPr lang="en-US" sz="2800" spc="-31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давайте глазам отдых по правилу 20-20-20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0687" y="5885160"/>
            <a:ext cx="9793638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spc="-31" kern="10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Поза: </a:t>
            </a:r>
            <a:pPr algn="l" indent="0" marL="0">
              <a:lnSpc>
                <a:spcPct val="120000"/>
              </a:lnSpc>
              <a:buNone/>
            </a:pPr>
            <a:r>
              <a:rPr lang="en-US" sz="2800" spc="-31" kern="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сидите удобно, держите спину и запястья нейтрально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0687" y="1293385"/>
            <a:ext cx="2406491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50" dirty="0">
                <a:solidFill>
                  <a:srgbClr val="BA71D0"/>
                </a:solidFill>
                <a:latin typeface="Arimo" pitchFamily="34" charset="0"/>
                <a:ea typeface="Arimo" pitchFamily="34" charset="-122"/>
                <a:cs typeface="Arimo" pitchFamily="34" charset="0"/>
              </a:rPr>
              <a:t> </a:t>
            </a:r>
            <a:endParaRPr lang="en-US" sz="2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6846" y="1431032"/>
            <a:ext cx="1809705" cy="180975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846" y="3611066"/>
            <a:ext cx="1809705" cy="180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2026-10-27T05:51:41Z</dcterms:created>
  <dcterms:modified xsi:type="dcterms:W3CDTF">2026-10-27T05:51:41Z</dcterms:modified>
</cp:coreProperties>
</file>